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project. Draft: update status and results before the final discussion (Week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profiling WDI_Data.xlsx: 7,521 of 37,675 year cells hold "..", 6 duplicate rows, 100 empty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are the approved design. Replace with screenshots of the final dashboard after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explains the work they delivered during the final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final results and lessons learned after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F5"/>
                </a:solidFill>
              </a:rPr>
              <a:t>DEPI  |  Digital Egypt Pioneers Initiative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Data Lens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CCFF"/>
                </a:solidFill>
              </a:rPr>
              <a:t>Country Data Comparison Dashboard – World Development Indicators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Track: Junior Data Analysis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Shahd Mahmoud Abdelmagid (Team Leader) · Eman Ali Mostafa · Malak Hassan Mahmoud · Farah Khaled Fathy · Menna Abdelnasser Ramadan · Mariam Baher Mohsen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Instructor: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Noran El Zeky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and Our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96128" y="1417320"/>
            <a:ext cx="164592" cy="16459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The WDI workbook has 22 countries × 74 indicators × 25 years, but cannot be compared directly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The same country appears under different spellings (44 variants for 22 countries)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About 20% of year cells are empty ("..") and some numbers are stored as text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Duplicate and empty rows; the year 2009 is missing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02568" y="141732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Our objective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202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Clean and standardize the data in a repeatable way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Build a star-schema data model with DAX measures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Deliver an interactive dashboard: overview, comparison, trends, map, drill-through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</a:rPr>
              <a:t>Document, test, and deliver everything through GitHub on time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and Cleaning: Challenges and Solutions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07208" y="1371600"/>
            <a:ext cx="164592" cy="164592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A5B"/>
                </a:solidFill>
              </a:rPr>
              <a:t>22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countries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9272" y="11887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371600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9272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A5B"/>
                </a:solidFill>
              </a:rPr>
              <a:t>74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319272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indicators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11887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31352" y="1371600"/>
            <a:ext cx="164592" cy="164592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1344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A5B"/>
                </a:solidFill>
              </a:rPr>
              <a:t>25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years (2009 missing)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3416" y="11887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393424" y="1371600"/>
            <a:ext cx="164592" cy="16459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43416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A5B"/>
                </a:solidFill>
              </a:rPr>
              <a:t>20%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043416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</a:rPr>
              <a:t>cells empty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1127455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4223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Inconsistent country names (USA, United States of America…)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Trim and map to 22 standard names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".." and "-" placeholders; text numbers like "295,282.00"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Convert to null / numeric; show "No data", never zero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6 duplicate rows, 100 empty rows, 4 non-data rows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Remove by key; log in data quality log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Year columns named "2000 [YR2000]"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Extract year and unpivot to rows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6 indicators without metadata, 1 without values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</a:rPr>
                        <a:t>Flag and exclude from comparison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Solution and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WDI_Data.xlsx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Source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67128" y="2194560"/>
            <a:ext cx="192024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55448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554480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Query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 &amp; standardize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87368" y="2194560"/>
            <a:ext cx="192024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554480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Star schema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07608" y="2194560"/>
            <a:ext cx="192024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554480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DAX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Measures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27848" y="2194560"/>
            <a:ext cx="192024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55448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1554480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BI Dashboard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3+ pages, map, drill-through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48088" y="2194560"/>
            <a:ext cx="192024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155448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0" y="1554480"/>
            <a:ext cx="16916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Delivery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Data model (star schema)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DimCountry, DimIndicator, DimYear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FactIndicatorValue: one value per country, indicator, year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ExcludedEntities: countries/indicators lacking data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63640" y="320040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3796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Key measures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Indicator value, latest value with data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Year-over-year change, country rank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Country A vs. Country B difference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Data coverage %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Design (Wireframes)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5</a:t>
            </a:r>
            <a:endParaRPr lang="en-US" sz="1000" dirty="0"/>
          </a:p>
        </p:txBody>
      </p:sp>
      <p:pic>
        <p:nvPicPr>
          <p:cNvPr id="6" name="Image 0" descr="/home/claude/d/wf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3657600" cy="2148840"/>
          </a:xfrm>
          <a:prstGeom prst="rect">
            <a:avLst/>
          </a:prstGeom>
        </p:spPr>
      </p:pic>
      <p:pic>
        <p:nvPicPr>
          <p:cNvPr id="7" name="Image 1" descr="/home/claude/d/wf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78808" y="1371600"/>
            <a:ext cx="3657600" cy="2148840"/>
          </a:xfrm>
          <a:prstGeom prst="rect">
            <a:avLst/>
          </a:prstGeom>
        </p:spPr>
      </p:pic>
      <p:pic>
        <p:nvPicPr>
          <p:cNvPr id="8" name="Image 2" descr="/home/claude/d/wf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91856" y="1371600"/>
            <a:ext cx="3657600" cy="2148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5B"/>
                </a:solidFill>
              </a:rPr>
              <a:t>Overview: KPIs, map, top/bottom countries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4178808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5B"/>
                </a:solidFill>
              </a:rPr>
              <a:t>Comparison: Country A vs. Country B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991856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5B"/>
                </a:solidFill>
              </a:rPr>
              <a:t>Trends: 2000–2025 + drill-through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4206240"/>
            <a:ext cx="1127455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1520" y="44348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Consistent header, navigation and slicers on every page; 16:9 layout that fits 1920 × 1080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Missing data is shown as "No data", never as zero; units appear in every title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</a:rPr>
              <a:t>High contrast, alt text and tooltips for accessibility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Team and Responsibilities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651760"/>
                <a:gridCol w="5148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Responsibilities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Shahd Mahmoud Abdelmagid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Team Leader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Coordination, GitHub, final presentation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Eman Ali Mostafa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Data Cleaning Lead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Power Query cleaning, data quality log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Malak Hassan Mahmoud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Data Modeling &amp; DAX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Star schema, relationships, measures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Farah Khaled Fathy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Dashboard Developer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Overview and Comparison pages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Menna Abdelnasser Ramadan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Dashboard / UI-UX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Trends page, map, drill-through, theme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Mariam Baher Mohsen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QA &amp; Documentation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Test cases, user manual, technical docs, infographic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Plan, Status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7</a:t>
            </a:r>
            <a:endParaRPr lang="en-US" sz="1000" dirty="0"/>
          </a:p>
        </p:txBody>
      </p:sp>
      <p:pic>
        <p:nvPicPr>
          <p:cNvPr id="6" name="Image 0" descr="/home/claude/d/gant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67665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188720"/>
            <a:ext cx="4233672" cy="502920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384280" y="137160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Status (update before presenting)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87452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Documents ready: proposal, plan, requirements, analysis &amp; design, test plan, user manual and technical docs (drafts)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Implementation: in progress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Testing: test cases written, not yet run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160520"/>
            <a:ext cx="67665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76288" y="4343400"/>
            <a:ext cx="164592" cy="16459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7548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Finish cleaning, model and dashboard pages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Run test cases and log bugs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Add dashboard screenshots and final results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Upload all files to GitHub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Deliverables and Outcomes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109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E3F5"/>
                </a:solidFill>
              </a:rPr>
              <a:t>DEPI | Junior Data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Data Lens  | 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61488" y="1554480"/>
            <a:ext cx="164592" cy="16459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Clean dataset + data quality log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554480"/>
            <a:ext cx="164592" cy="16459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Power BI dashboard (.pbix)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0768" y="155448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Test cases and bug report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265408" y="155448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User manual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61488" y="301752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Technical documentation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6128" y="301752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Project infographic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30768" y="301752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Final presentation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961120" y="2834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265408" y="3017520"/>
            <a:ext cx="164592" cy="164592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GitHub repository + README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127455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384280" y="4663440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6634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Live demo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Open the dashboard: select countries, compare two countries, view the trend, use the map, and drill through to a country.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Lens – Final Presentation (draft)</dc:title>
  <dc:subject>PptxGenJS Presentation</dc:subject>
  <dc:creator>PptxGenJS</dc:creator>
  <cp:lastModifiedBy>PptxGenJS</cp:lastModifiedBy>
  <cp:revision>1</cp:revision>
  <dcterms:created xsi:type="dcterms:W3CDTF">2026-10-31T20:36:03Z</dcterms:created>
  <dcterms:modified xsi:type="dcterms:W3CDTF">2026-10-31T20:36:03Z</dcterms:modified>
</cp:coreProperties>
</file>